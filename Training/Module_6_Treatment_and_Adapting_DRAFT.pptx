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99"/>
    <a:srgbClr val="0886A0"/>
    <a:srgbClr val="0BB2D5"/>
    <a:srgbClr val="0A546A"/>
    <a:srgbClr val="5B4EC7"/>
    <a:srgbClr val="687DE0"/>
    <a:srgbClr val="014B43"/>
    <a:srgbClr val="2977B7"/>
    <a:srgbClr val="53A2B5"/>
    <a:srgbClr val="FC9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261" autoAdjust="0"/>
  </p:normalViewPr>
  <p:slideViewPr>
    <p:cSldViewPr snapToGrid="0">
      <p:cViewPr varScale="1">
        <p:scale>
          <a:sx n="115" d="100"/>
          <a:sy n="115" d="100"/>
        </p:scale>
        <p:origin x="41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4D495-273D-46E3-8952-8C68E204F3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8B589-D696-468B-93B7-AE3B06BB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400" cap="all" spc="-50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214"/>
            <a:ext cx="10058400" cy="40233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400" b="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8360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49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 cap="all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02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21389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19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51427" y="5353370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28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27380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54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174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Clr>
                <a:srgbClr val="009799"/>
              </a:buClr>
              <a:buSzPts val="2400"/>
              <a:buChar char="●"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88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48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311555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2421" y="521263"/>
            <a:ext cx="3682723" cy="57924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62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88451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292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0520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815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893422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59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19801"/>
            <a:ext cx="12188825" cy="1399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62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296521"/>
            <a:ext cx="12188825" cy="561479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45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2000" cy="914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92000" cy="9144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43400"/>
            <a:ext cx="12192000" cy="9144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Treatment &amp;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Adapting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54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28C4CC"/>
                </a:solidFill>
                <a:latin typeface="Open Sans"/>
              </a:rPr>
              <a:t>Module 6  —  Your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Brain-Based Mental Health Training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The Florida Center for Early Childhood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Presented by Tamra Cajo, LCSW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800600"/>
            <a:ext cx="2697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029200"/>
            <a:ext cx="2240280" cy="98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Evidence-Based, Brain-Adapted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91440" cy="210312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5263896" cy="21031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Parent Management (PMT)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14015"/>
            <a:ext cx="4879847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PCIT and Triple P — strengthen the parent-child relationship.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9736" y="1737360"/>
            <a:ext cx="91440" cy="210312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1175" y="1737360"/>
            <a:ext cx="5263896" cy="21031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2344" y="1901952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CBT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344" y="2414015"/>
            <a:ext cx="4879847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Reshape unhelpful thoughts and build coping skills.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096512"/>
            <a:ext cx="91440" cy="210312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096512"/>
            <a:ext cx="5263896" cy="21031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261104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DBT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773168"/>
            <a:ext cx="4879847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Mindfulness, emotion regulation, distress tolerance.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9736" y="4096512"/>
            <a:ext cx="91440" cy="2103120"/>
          </a:xfrm>
          <a:prstGeom prst="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1175" y="4096512"/>
            <a:ext cx="5263896" cy="21031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344" y="4261104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TBRI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344" y="4773168"/>
            <a:ext cx="4879847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Trauma-informed: connection, empowerment, correction.</a:t>
            </a:r>
          </a:p>
        </p:txBody>
      </p:sp>
      <p:pic>
        <p:nvPicPr>
          <p:cNvPr id="23" name="Picture 22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Adjust for the 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91440" cy="219456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362960" cy="21945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Low IQ / younger dev. 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14015"/>
            <a:ext cx="2978912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73D"/>
                </a:solidFill>
                <a:latin typeface="Open Sans"/>
              </a:rPr>
              <a:t>Slow down, simplify, and repeat across sessions.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1737360"/>
            <a:ext cx="91440" cy="219456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0240" y="1737360"/>
            <a:ext cx="3362960" cy="21945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1408" y="190195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Memory or carry-over trouble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1408" y="2414015"/>
            <a:ext cx="2978912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73D"/>
                </a:solidFill>
                <a:latin typeface="Open Sans"/>
              </a:rPr>
              <a:t>One skill at a time · caregivers practice daily · video skills to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0672" y="1737360"/>
            <a:ext cx="91440" cy="219456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2112" y="1737360"/>
            <a:ext cx="3362960" cy="21945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3280" y="190195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Concrete, literal thinking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280" y="2414015"/>
            <a:ext cx="2978912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73D"/>
                </a:solidFill>
                <a:latin typeface="Open Sans"/>
              </a:rPr>
              <a:t>One rule at a time · role-play · frequent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160520"/>
            <a:ext cx="1091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2A39F"/>
                </a:solidFill>
                <a:latin typeface="Open Sans"/>
              </a:rPr>
              <a:t>Same evidence-based treatment — paced and shaped to how the brain works.</a:t>
            </a:r>
          </a:p>
        </p:txBody>
      </p:sp>
      <p:pic>
        <p:nvPicPr>
          <p:cNvPr id="20" name="Picture 1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Documentation: DAP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Every session, in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DAP format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— Data, Assessment, Plan.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1576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615184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Data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setting, techniques used, and the child's response.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65575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364991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Assessment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the mental status exam (mood, affect, cognition).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15384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4114800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Plan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next steps, with the next appointment date and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65192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7" y="4864607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Within 48 hours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and document every no-show or cancellation.</a:t>
            </a:r>
          </a:p>
        </p:txBody>
      </p:sp>
      <p:pic>
        <p:nvPicPr>
          <p:cNvPr id="16" name="Picture 15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Closing 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4708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746504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Finish all notes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make sure progress notes are complete.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88336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587752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Discharge Plan for everyone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with recommended follow-up services.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429000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Close in Lauris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complete the Close Form; supervisor signs off.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70832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270248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Aim for the 1st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try to close clients before the start of the month.</a:t>
            </a:r>
          </a:p>
        </p:txBody>
      </p:sp>
      <p:pic>
        <p:nvPicPr>
          <p:cNvPr id="15" name="Picture 14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2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4551</TotalTime>
  <Words>661</Words>
  <Application>Microsoft Office PowerPoint</Application>
  <PresentationFormat>Widescreen</PresentationFormat>
  <Paragraphs>127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Arvo</vt:lpstr>
      <vt:lpstr>Calibri</vt:lpstr>
      <vt:lpstr>Freestyle Script</vt:lpstr>
      <vt:lpstr>Open Sans</vt:lpstr>
      <vt:lpstr>Trebuchet MS</vt:lpstr>
      <vt:lpstr>Wingdings 3</vt:lpstr>
      <vt:lpstr>1_Retrospect</vt:lpstr>
      <vt:lpstr>2_Retrospect</vt:lpstr>
      <vt:lpstr>PowerPoint Presentation</vt:lpstr>
      <vt:lpstr>Please Get Comfortable</vt:lpstr>
      <vt:lpstr>Today We Will Learn:</vt:lpstr>
      <vt:lpstr>What Is Compliance?</vt:lpstr>
      <vt:lpstr>What Is Capacity?</vt:lpstr>
      <vt:lpstr>Why This Matters</vt:lpstr>
      <vt:lpstr>The Common Misinterpretation</vt:lpstr>
      <vt:lpstr>Capacity vs. Compliance</vt:lpstr>
      <vt:lpstr>Dependency &amp; Child Welfare Systems</vt:lpstr>
      <vt:lpstr>Early Childhood Court Considerations</vt:lpstr>
      <vt:lpstr>Criminal Justice Applications</vt:lpstr>
      <vt:lpstr>Warning Signs of Capacity Challenges</vt:lpstr>
      <vt:lpstr>Building Capacity</vt:lpstr>
      <vt:lpstr>System Shift: From Compliance to Capacity</vt:lpstr>
      <vt:lpstr>Case Example Discussion</vt:lpstr>
      <vt:lpstr>Key Takeaways</vt:lpstr>
      <vt:lpstr>Any Questions?</vt:lpstr>
      <vt:lpstr>Contact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Tamra Cajo</dc:creator>
  <cp:lastModifiedBy>Tamra Cajo</cp:lastModifiedBy>
  <cp:revision>124</cp:revision>
  <dcterms:created xsi:type="dcterms:W3CDTF">2026-05-08T18:38:00Z</dcterms:created>
  <dcterms:modified xsi:type="dcterms:W3CDTF">2026-06-09T11:57:49Z</dcterms:modified>
</cp:coreProperties>
</file>