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4BD6-CDC3-400C-89DE-58CC3D3A54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BILLING CHANGES: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7CA72D-DB69-4766-BEE4-E8A29FEAB5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Treatment plan completion date</a:t>
            </a:r>
          </a:p>
        </p:txBody>
      </p:sp>
    </p:spTree>
    <p:extLst>
      <p:ext uri="{BB962C8B-B14F-4D97-AF65-F5344CB8AC3E}">
        <p14:creationId xmlns:p14="http://schemas.microsoft.com/office/powerpoint/2010/main" val="673038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3ECD1-4941-4790-8349-79B75CAC7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Florida Administrative Code (65E-11.007)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17C1E-0664-4C90-BB20-CCDC043B3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853248"/>
            <a:ext cx="8946541" cy="4395151"/>
          </a:xfrm>
        </p:spPr>
        <p:txBody>
          <a:bodyPr/>
          <a:lstStyle/>
          <a:p>
            <a:pPr lvl="0"/>
            <a:r>
              <a:rPr lang="en-US" dirty="0"/>
              <a:t>A treatment plan must be </a:t>
            </a:r>
            <a:r>
              <a:rPr lang="en-US" b="1" dirty="0"/>
              <a:t>developed within </a:t>
            </a:r>
            <a:r>
              <a:rPr lang="en-US" b="1" u="sng" dirty="0"/>
              <a:t>10 working days</a:t>
            </a:r>
            <a:r>
              <a:rPr lang="en-US" u="sng" dirty="0"/>
              <a:t> </a:t>
            </a:r>
            <a:r>
              <a:rPr lang="en-US" dirty="0"/>
              <a:t>of an child’s enrollment (AKA the date of the assessment).</a:t>
            </a:r>
          </a:p>
          <a:p>
            <a:pPr lvl="0"/>
            <a:r>
              <a:rPr lang="en-US" dirty="0"/>
              <a:t>This is a </a:t>
            </a:r>
            <a:r>
              <a:rPr lang="en-US" b="1" dirty="0"/>
              <a:t>compliance mandate</a:t>
            </a:r>
            <a:r>
              <a:rPr lang="en-US" dirty="0"/>
              <a:t>, separate from Medicaid’s billing allowance of 45 days.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396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388FC-0D1F-4EE7-8F7B-C68D06C4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information: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8FE4B-FB8E-4C3D-B240-7710B2056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Medicaid allows flexibility in billing, but Florida requires tighter compliance.</a:t>
            </a:r>
          </a:p>
          <a:p>
            <a:pPr lvl="0"/>
            <a:r>
              <a:rPr lang="en-US" dirty="0"/>
              <a:t>If the plan is not completed within </a:t>
            </a:r>
            <a:r>
              <a:rPr lang="en-US" b="1" dirty="0"/>
              <a:t>10 business days</a:t>
            </a:r>
            <a:r>
              <a:rPr lang="en-US" dirty="0"/>
              <a:t>, the provider is </a:t>
            </a:r>
            <a:r>
              <a:rPr lang="en-US" b="1" dirty="0"/>
              <a:t>out of compliance</a:t>
            </a:r>
            <a:r>
              <a:rPr lang="en-US" dirty="0"/>
              <a:t> — and Medicaid may </a:t>
            </a:r>
            <a:r>
              <a:rPr lang="en-US" b="1" dirty="0"/>
              <a:t>recoup payments in an audit</a:t>
            </a:r>
            <a:r>
              <a:rPr lang="en-US" dirty="0"/>
              <a:t>, even if they initially reimbursed.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195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0C2DB-1DF9-48BE-97B8-7B0D88158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B8719-0310-4251-8B73-8ABC333CB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Assessment completed 9/01/25</a:t>
            </a:r>
          </a:p>
          <a:p>
            <a:r>
              <a:rPr lang="en-US" dirty="0"/>
              <a:t>Next session Treatment Plan 9/08/25</a:t>
            </a:r>
          </a:p>
          <a:p>
            <a:r>
              <a:rPr lang="en-US" dirty="0"/>
              <a:t>Therapy sessions can begin (DAP notes) anytime after 9/08/25</a:t>
            </a:r>
          </a:p>
          <a:p>
            <a:endParaRPr lang="en-US" dirty="0"/>
          </a:p>
          <a:p>
            <a:r>
              <a:rPr lang="en-US" dirty="0"/>
              <a:t>Treatment Plan addendums can be completed to change diagnosis or goals if necessary</a:t>
            </a:r>
          </a:p>
          <a:p>
            <a:r>
              <a:rPr lang="en-US" dirty="0"/>
              <a:t>Treatment Plan Reviews still need to be completed every 90 days.</a:t>
            </a:r>
          </a:p>
        </p:txBody>
      </p:sp>
    </p:spTree>
    <p:extLst>
      <p:ext uri="{BB962C8B-B14F-4D97-AF65-F5344CB8AC3E}">
        <p14:creationId xmlns:p14="http://schemas.microsoft.com/office/powerpoint/2010/main" val="32463810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</TotalTime>
  <Words>145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Ion</vt:lpstr>
      <vt:lpstr>BILLING CHANGES:</vt:lpstr>
      <vt:lpstr>Florida Administrative Code (65E-11.007) </vt:lpstr>
      <vt:lpstr>More information:</vt:lpstr>
      <vt:lpstr>Example: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BILLING CHANGES:</dc:title>
  <dc:creator>Melissa Bradley</dc:creator>
  <cp:lastModifiedBy>Tamra Cajo</cp:lastModifiedBy>
  <cp:revision>1</cp:revision>
  <dcterms:created xsi:type="dcterms:W3CDTF">2025-09-11T13:25:21Z</dcterms:created>
  <dcterms:modified xsi:type="dcterms:W3CDTF">2025-09-12T19:21:42Z</dcterms:modified>
</cp:coreProperties>
</file>